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258" r:id="rId2"/>
    <p:sldId id="370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1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5 Mar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SIMPLE LINEAR REGRESSION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967725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Simple Linear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9827" y="901792"/>
            <a:ext cx="1055866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Linear Relationship</a:t>
            </a:r>
          </a:p>
          <a:p>
            <a:endParaRPr lang="en-US" sz="1200" b="1" dirty="0"/>
          </a:p>
          <a:p>
            <a:pPr marL="571500" indent="-571500">
              <a:buFontTx/>
              <a:buChar char="-"/>
            </a:pPr>
            <a:r>
              <a:rPr lang="en-US" sz="3200" dirty="0">
                <a:latin typeface="+mj-lt"/>
                <a:cs typeface="Arial" pitchFamily="34" charset="0"/>
              </a:rPr>
              <a:t>implies some constant straight-line relationship</a:t>
            </a:r>
          </a:p>
          <a:p>
            <a:pPr marL="571500" indent="-571500">
              <a:buFontTx/>
              <a:buChar char="-"/>
            </a:pPr>
            <a:r>
              <a:rPr lang="en-US" sz="3200" dirty="0">
                <a:latin typeface="+mj-lt"/>
                <a:cs typeface="Arial" pitchFamily="34" charset="0"/>
              </a:rPr>
              <a:t>simplest possible being y = 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4779B-8A83-9F82-8105-CA310FEB6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829" y="2858610"/>
            <a:ext cx="4680641" cy="301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11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F82A1-8810-77BC-51F6-07BBD6B2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CEF801-0761-E5BC-9DC5-51D6E160B062}"/>
              </a:ext>
            </a:extLst>
          </p:cNvPr>
          <p:cNvSpPr txBox="1"/>
          <p:nvPr/>
        </p:nvSpPr>
        <p:spPr>
          <a:xfrm>
            <a:off x="689827" y="901792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Here we see x = [1, 2, 3] and y = [1, 2, 3]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08D06-D680-6924-FE47-77169DF74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97" y="1875121"/>
            <a:ext cx="5887606" cy="389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9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2EE85-79F6-B77E-B9D2-423D0EF2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A3D667-CDEB-AE0A-181D-05145B5E2004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 could build out the relationship y = x as our “fitted” 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57790-14D5-C033-97C1-661690012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956" y="2225231"/>
            <a:ext cx="5512409" cy="36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0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FEA4-053B-7BAF-6F7C-31C2C0E3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11BDD-9961-3857-8625-9FCEB0C54BB1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This implies for some new x value I can predict it is already related to 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62B5E8-17F0-F8DD-5529-58D2CA02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100" y="2268901"/>
            <a:ext cx="5604122" cy="368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8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29030-FD69-6C82-B3CA-CD058300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E1A657-6FFD-A8F2-EF42-A69FE247612E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This implies for some new x value I can predict it is already related to 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C5D36-440D-40BA-AD89-F2BFBC04E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71" y="2212450"/>
            <a:ext cx="5611944" cy="37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91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2AB2-2901-3685-881A-C46BD38EA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1FB00C-1177-F16E-99B9-9E769E344D63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But what happens with real data? Where do we draw the line for this?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D5305A-05F7-C160-1FDC-AAD24648B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0" y="2368826"/>
            <a:ext cx="8716162" cy="358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9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9BB8-5042-03EA-24CA-9DC0A05A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866946-09BE-0E54-0A7C-A0F7D7619C9D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But what happens with real data? Where do we draw the line for this?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BC01AD-A804-CE3B-8837-39AA63056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89" y="2225231"/>
            <a:ext cx="9281743" cy="385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975C-F755-4FE3-A7FF-345188258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2E2ECA-E266-0CC3-9267-CF7CEB6B0C16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But what happens with real data? Where do we draw the line for this?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01DB2-63BD-B548-1E3A-80553A0A4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145" y="2225231"/>
            <a:ext cx="9001608" cy="37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22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EC02-4470-ED4B-533B-13707C0A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92A3E0-DF73-88DD-49FE-017B932BA169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 understand we want to minimize the overall distance from the points to the 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214F5-EC62-225A-F35B-32A5DE0F6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801" y="2322885"/>
            <a:ext cx="8674720" cy="354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5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9277-F0F8-7163-E0A8-7B9AB2F0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EE6626-AE33-1846-D249-6E62F68144A2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 understand we want to minimize the overall distance from the points to the 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AE533E-33BC-16FC-8B08-6DA516329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34" y="2299919"/>
            <a:ext cx="9113853" cy="362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3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C405-B656-CAF1-CABD-B6687453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9C072A-63B5-6F81-FE03-60052ADEE05A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 also know we can measure this error from the real data points to the line, the residual error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F8B04-6D21-D35E-6D3C-0EFD7A5B8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70" y="2290439"/>
            <a:ext cx="8974860" cy="359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40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4929-F5BE-DE29-0784-36124D8C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2B9034-DFF5-7ED7-FF24-039657DFAC24}"/>
              </a:ext>
            </a:extLst>
          </p:cNvPr>
          <p:cNvSpPr txBox="1"/>
          <p:nvPr/>
        </p:nvSpPr>
        <p:spPr>
          <a:xfrm>
            <a:off x="689827" y="901792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Some lines will clearly be better fits than others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64D00-F9D3-923E-FAC7-474308BA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18" y="1902726"/>
            <a:ext cx="9081163" cy="36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2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AB41-5401-9F69-1F28-01647983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7625D2-FA58-18DA-E5D4-B20DF6DD2D03}"/>
              </a:ext>
            </a:extLst>
          </p:cNvPr>
          <p:cNvSpPr txBox="1"/>
          <p:nvPr/>
        </p:nvSpPr>
        <p:spPr>
          <a:xfrm>
            <a:off x="689827" y="901792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 can also see the residuals can be both positive and negative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A1BA4-D532-450C-C5B4-ACDE91AA6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628" y="2332948"/>
            <a:ext cx="8896743" cy="35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19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6A86-161A-087C-4379-DD731B3A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8E70F-831F-DDEF-0D6E-3F93929CC0C7}"/>
              </a:ext>
            </a:extLst>
          </p:cNvPr>
          <p:cNvSpPr txBox="1"/>
          <p:nvPr/>
        </p:nvSpPr>
        <p:spPr>
          <a:xfrm>
            <a:off x="816666" y="1647516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Ordinary least squares (OLS) works by minimizing the sum of the squares of the differences between observed dependent variable in the given dataset and those predicted by the linear function</a:t>
            </a:r>
          </a:p>
        </p:txBody>
      </p:sp>
    </p:spTree>
    <p:extLst>
      <p:ext uri="{BB962C8B-B14F-4D97-AF65-F5344CB8AC3E}">
        <p14:creationId xmlns:p14="http://schemas.microsoft.com/office/powerpoint/2010/main" val="4170010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1E53-FB1F-FC6E-2F03-90ACC3A3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B6AF52-7675-C2DF-69B6-71E930D3DFF8}"/>
              </a:ext>
            </a:extLst>
          </p:cNvPr>
          <p:cNvSpPr txBox="1"/>
          <p:nvPr/>
        </p:nvSpPr>
        <p:spPr>
          <a:xfrm>
            <a:off x="816666" y="884036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 can visualize squared error to minimize: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10106-2012-562A-7CFB-4A0289C3F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725814"/>
            <a:ext cx="1067752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1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2B28-4826-597D-3744-0BDCF3E9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58F1D9-FBD8-29A6-80AF-854DD43102B2}"/>
              </a:ext>
            </a:extLst>
          </p:cNvPr>
          <p:cNvSpPr txBox="1"/>
          <p:nvPr/>
        </p:nvSpPr>
        <p:spPr>
          <a:xfrm>
            <a:off x="816666" y="884036"/>
            <a:ext cx="105586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 simple straight line is y = mx + b</a:t>
            </a:r>
          </a:p>
          <a:p>
            <a:pPr marL="571500" indent="-571500">
              <a:buFontTx/>
              <a:buChar char="-"/>
            </a:pPr>
            <a:r>
              <a:rPr lang="en-US" sz="4000" dirty="0"/>
              <a:t>where m is the slope</a:t>
            </a:r>
          </a:p>
          <a:p>
            <a:pPr marL="571500" indent="-571500">
              <a:buFontTx/>
              <a:buChar char="-"/>
            </a:pPr>
            <a:r>
              <a:rPr lang="en-US" sz="4000" dirty="0"/>
              <a:t>b is the intercept with y-axis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579700-A1D7-8945-BF0C-736B38FBE41E}"/>
              </a:ext>
            </a:extLst>
          </p:cNvPr>
          <p:cNvSpPr txBox="1"/>
          <p:nvPr/>
        </p:nvSpPr>
        <p:spPr>
          <a:xfrm>
            <a:off x="816666" y="3065477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 can see for y = mx + b, there is only room for one possible feature x</a:t>
            </a:r>
          </a:p>
        </p:txBody>
      </p:sp>
    </p:spTree>
    <p:extLst>
      <p:ext uri="{BB962C8B-B14F-4D97-AF65-F5344CB8AC3E}">
        <p14:creationId xmlns:p14="http://schemas.microsoft.com/office/powerpoint/2010/main" val="2124274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B2F5C-F1EB-7ABE-91F1-3AFBDAA7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B7F9B7-F5B9-9299-41BD-21DF64134E8C}"/>
              </a:ext>
            </a:extLst>
          </p:cNvPr>
          <p:cNvSpPr txBox="1"/>
          <p:nvPr/>
        </p:nvSpPr>
        <p:spPr>
          <a:xfrm>
            <a:off x="816666" y="2508650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OLS will allow us to directly solve for the slope m and intercept b.</a:t>
            </a:r>
          </a:p>
        </p:txBody>
      </p:sp>
    </p:spTree>
    <p:extLst>
      <p:ext uri="{BB962C8B-B14F-4D97-AF65-F5344CB8AC3E}">
        <p14:creationId xmlns:p14="http://schemas.microsoft.com/office/powerpoint/2010/main" val="3094338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9308-8D67-7076-FBC4-3AA49988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60F3C-A410-FAFE-768C-FED9A62B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2309539"/>
            <a:ext cx="10810875" cy="3552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7AC867-5758-6293-C858-7B73B073965D}"/>
              </a:ext>
            </a:extLst>
          </p:cNvPr>
          <p:cNvSpPr txBox="1"/>
          <p:nvPr/>
        </p:nvSpPr>
        <p:spPr>
          <a:xfrm>
            <a:off x="690562" y="826298"/>
            <a:ext cx="1055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Recall and understand the process of machine learning modeling</a:t>
            </a:r>
          </a:p>
        </p:txBody>
      </p:sp>
    </p:spTree>
    <p:extLst>
      <p:ext uri="{BB962C8B-B14F-4D97-AF65-F5344CB8AC3E}">
        <p14:creationId xmlns:p14="http://schemas.microsoft.com/office/powerpoint/2010/main" val="1464529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1663</TotalTime>
  <Words>335</Words>
  <Application>Microsoft Office PowerPoint</Application>
  <PresentationFormat>Widescreen</PresentationFormat>
  <Paragraphs>31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315</cp:revision>
  <dcterms:created xsi:type="dcterms:W3CDTF">2018-09-30T06:22:05Z</dcterms:created>
  <dcterms:modified xsi:type="dcterms:W3CDTF">2026-03-05T07:53:41Z</dcterms:modified>
</cp:coreProperties>
</file>