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31"/>
  </p:notesMasterIdLst>
  <p:handoutMasterIdLst>
    <p:handoutMasterId r:id="rId32"/>
  </p:handoutMasterIdLst>
  <p:sldIdLst>
    <p:sldId id="258" r:id="rId2"/>
    <p:sldId id="334" r:id="rId3"/>
    <p:sldId id="335" r:id="rId4"/>
    <p:sldId id="336" r:id="rId5"/>
    <p:sldId id="337" r:id="rId6"/>
    <p:sldId id="338" r:id="rId7"/>
    <p:sldId id="339" r:id="rId8"/>
    <p:sldId id="340" r:id="rId9"/>
    <p:sldId id="341" r:id="rId10"/>
    <p:sldId id="342" r:id="rId11"/>
    <p:sldId id="343" r:id="rId12"/>
    <p:sldId id="344" r:id="rId13"/>
    <p:sldId id="348" r:id="rId14"/>
    <p:sldId id="347" r:id="rId15"/>
    <p:sldId id="346" r:id="rId16"/>
    <p:sldId id="349" r:id="rId17"/>
    <p:sldId id="345" r:id="rId18"/>
    <p:sldId id="350" r:id="rId19"/>
    <p:sldId id="351" r:id="rId20"/>
    <p:sldId id="352" r:id="rId21"/>
    <p:sldId id="353" r:id="rId22"/>
    <p:sldId id="354" r:id="rId23"/>
    <p:sldId id="355" r:id="rId24"/>
    <p:sldId id="356" r:id="rId25"/>
    <p:sldId id="357" r:id="rId26"/>
    <p:sldId id="358" r:id="rId27"/>
    <p:sldId id="359" r:id="rId28"/>
    <p:sldId id="360" r:id="rId29"/>
    <p:sldId id="31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36" autoAdjust="0"/>
    <p:restoredTop sz="94660"/>
  </p:normalViewPr>
  <p:slideViewPr>
    <p:cSldViewPr snapToGrid="0">
      <p:cViewPr varScale="1">
        <p:scale>
          <a:sx n="86" d="100"/>
          <a:sy n="86" d="100"/>
        </p:scale>
        <p:origin x="619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9" d="100"/>
          <a:sy n="69" d="100"/>
        </p:scale>
        <p:origin x="-3318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6B94FD-5702-4F25-9A4D-07294FF3292C}" type="datetimeFigureOut">
              <a:rPr lang="en-PH" smtClean="0"/>
              <a:t>4 Aug 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B5033A-92B8-453C-88B4-A91D8703A97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42015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5AC51-C568-4371-A28D-D14CF2BCF8BA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838477-70AC-4892-810E-E936ABB30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52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79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4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000066" y="6347892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5000" y="6347893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501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08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97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669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336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513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57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9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77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18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057E4A9-8BC1-4D03-B0CD-00353C3D487D}"/>
              </a:ext>
            </a:extLst>
          </p:cNvPr>
          <p:cNvSpPr>
            <a:spLocks noGrp="1"/>
          </p:cNvSpPr>
          <p:nvPr userDrawn="1"/>
        </p:nvSpPr>
        <p:spPr>
          <a:xfrm>
            <a:off x="4038600" y="635159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C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3ICT 2021 - 29-30 September 2021    University of Bahrain</a:t>
            </a:r>
          </a:p>
        </p:txBody>
      </p:sp>
    </p:spTree>
    <p:extLst>
      <p:ext uri="{BB962C8B-B14F-4D97-AF65-F5344CB8AC3E}">
        <p14:creationId xmlns:p14="http://schemas.microsoft.com/office/powerpoint/2010/main" val="2384099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7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7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751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146801"/>
            <a:ext cx="12192000" cy="7112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/>
          <p:cNvSpPr/>
          <p:nvPr userDrawn="1"/>
        </p:nvSpPr>
        <p:spPr>
          <a:xfrm>
            <a:off x="1" y="6354237"/>
            <a:ext cx="12192000" cy="368300"/>
          </a:xfrm>
          <a:prstGeom prst="rect">
            <a:avLst/>
          </a:prstGeom>
          <a:solidFill>
            <a:schemeClr val="tx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K-MEANS CLUSTERING WALKTHROUGH</a:t>
            </a:r>
            <a:endParaRPr lang="en-PH" sz="1400" b="1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254977" y="385020"/>
            <a:ext cx="11720146" cy="313266"/>
          </a:xfrm>
          <a:prstGeom prst="rect">
            <a:avLst/>
          </a:prstGeom>
          <a:solidFill>
            <a:srgbClr val="C00000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Arial Black" pitchFamily="34" charset="0"/>
              </a:rPr>
              <a:t>Cognate/Professional Electives</a:t>
            </a:r>
            <a:endParaRPr lang="en-PH" sz="2000" b="1" dirty="0">
              <a:solidFill>
                <a:srgbClr val="0070C0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794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9902" y="1875392"/>
            <a:ext cx="114521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K-Means Clustering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8029" y="4059278"/>
            <a:ext cx="55559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Renato R. </a:t>
            </a:r>
            <a:r>
              <a:rPr lang="en-US" sz="2000" b="1" dirty="0" err="1"/>
              <a:t>Maaliw</a:t>
            </a:r>
            <a:r>
              <a:rPr lang="en-US" sz="2000" b="1" dirty="0"/>
              <a:t> III, </a:t>
            </a:r>
            <a:r>
              <a:rPr lang="en-US" sz="2000" b="1" i="1" dirty="0"/>
              <a:t>DIT</a:t>
            </a:r>
          </a:p>
          <a:p>
            <a:pPr algn="ctr"/>
            <a:r>
              <a:rPr lang="en-US" sz="2000" i="1" dirty="0"/>
              <a:t>College of Engineering</a:t>
            </a:r>
          </a:p>
          <a:p>
            <a:pPr algn="ctr"/>
            <a:r>
              <a:rPr lang="en-US" sz="2000" i="1" dirty="0"/>
              <a:t>Southern Luzon State University</a:t>
            </a:r>
          </a:p>
          <a:p>
            <a:pPr algn="ctr"/>
            <a:r>
              <a:rPr lang="en-US" sz="2000" dirty="0" err="1"/>
              <a:t>Lucban</a:t>
            </a:r>
            <a:r>
              <a:rPr lang="en-US" sz="2000" dirty="0"/>
              <a:t>, Quezon, Philippines</a:t>
            </a:r>
            <a:endParaRPr lang="en-PH" sz="2000" dirty="0"/>
          </a:p>
        </p:txBody>
      </p:sp>
    </p:spTree>
    <p:extLst>
      <p:ext uri="{BB962C8B-B14F-4D97-AF65-F5344CB8AC3E}">
        <p14:creationId xmlns:p14="http://schemas.microsoft.com/office/powerpoint/2010/main" val="3906540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0EB660-472A-C2FF-EB9D-E214778EC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22" y="1170328"/>
            <a:ext cx="10405956" cy="395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65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5850A-A201-0584-F85F-1E30420F1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9845A81-079F-2FA8-83CD-F9AAE256A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50" y="1359207"/>
            <a:ext cx="11097499" cy="254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310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728E5-62CD-D4B7-AF2A-A79F4FF2D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53C707-C55F-D191-6793-3A96A1850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175" y="985837"/>
            <a:ext cx="8629650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97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B9484-A6B6-6582-6F0B-D95F3C05B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2C5639-66A1-464A-0575-E78441E15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546" y="1203062"/>
            <a:ext cx="10168907" cy="409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345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C3542-38D3-FB2F-6671-E70D3C02B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EBAB6E-F980-AE48-3A9F-63E03181C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0" y="1009650"/>
            <a:ext cx="861060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416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65D3F-2B7E-8251-409E-0EA10167D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0A6F39-2FC8-AB28-8AFD-F65FE82FB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41" y="1310335"/>
            <a:ext cx="11107718" cy="308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40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4B5FE-55BA-FEDE-3A45-077F9D417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CEDD02-6B77-477C-7F5C-E0C563AEB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037" y="1033462"/>
            <a:ext cx="8543925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820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CAF3E-3FA3-727E-A4EE-50597ABC5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472C48-012F-7476-51FB-24EC23AB5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218" y="1217419"/>
            <a:ext cx="9739564" cy="4423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623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EEF1C-BA5C-C971-A5CF-ADB122BB7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4A3592-F7B9-C964-775E-43E380E7D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325" y="1095375"/>
            <a:ext cx="851535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140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4D737-3408-A997-823B-910665B7F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26920B-9531-93AA-16B2-9AF04DBDFDC1}"/>
              </a:ext>
            </a:extLst>
          </p:cNvPr>
          <p:cNvSpPr txBox="1"/>
          <p:nvPr/>
        </p:nvSpPr>
        <p:spPr>
          <a:xfrm>
            <a:off x="369902" y="2505670"/>
            <a:ext cx="114521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Visualization 01</a:t>
            </a:r>
          </a:p>
        </p:txBody>
      </p:sp>
    </p:spTree>
    <p:extLst>
      <p:ext uri="{BB962C8B-B14F-4D97-AF65-F5344CB8AC3E}">
        <p14:creationId xmlns:p14="http://schemas.microsoft.com/office/powerpoint/2010/main" val="538569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D0EF3-391B-0CB5-4245-740C0D783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529971-73F4-A7B7-4665-6683BDD5C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037" y="1052512"/>
            <a:ext cx="8543925" cy="47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647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DAA34-8DDB-2864-4856-D75B036BD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C1D575-7D23-EF51-1858-E9B5D2763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850" y="1104900"/>
            <a:ext cx="84963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906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02773-025F-879B-FD65-8CCA3ED54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A85966-745B-C56E-BC45-30FAABA65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225" y="1123950"/>
            <a:ext cx="859155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611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17FC6-DE64-268D-389C-128B520C1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43E996-C261-5781-B132-ABA06B3D8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275" y="1090612"/>
            <a:ext cx="8553450" cy="46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896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122EA-7DA2-129E-A111-E9BC8AAE0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6F72DB-49DC-E5BF-BE00-40387C72C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037" y="1085850"/>
            <a:ext cx="8543925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385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9A92C-E92A-388C-9F2B-A4D1932CF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3E3A55-9058-8893-3D84-4EEF31D24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087" y="1114425"/>
            <a:ext cx="8505825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9491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61B32-C975-357A-11A3-BA3A8CE6A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76D9ED-FD7D-D8C3-4111-B34E0A67A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512" y="1085850"/>
            <a:ext cx="8562975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1726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2669C-C70C-1E30-2624-577CA29E9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FEC028-433C-AC9F-9231-C2C06257B18D}"/>
              </a:ext>
            </a:extLst>
          </p:cNvPr>
          <p:cNvSpPr txBox="1"/>
          <p:nvPr/>
        </p:nvSpPr>
        <p:spPr>
          <a:xfrm>
            <a:off x="369902" y="2505670"/>
            <a:ext cx="114521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Visualization 01</a:t>
            </a:r>
          </a:p>
        </p:txBody>
      </p:sp>
    </p:spTree>
    <p:extLst>
      <p:ext uri="{BB962C8B-B14F-4D97-AF65-F5344CB8AC3E}">
        <p14:creationId xmlns:p14="http://schemas.microsoft.com/office/powerpoint/2010/main" val="31774610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DDBA2-B598-83C8-FE04-A0072E217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96640A-7C13-1D4D-3972-1F14648DE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04900"/>
            <a:ext cx="85344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7156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42641-E726-1900-E084-8ED4193C8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1DA70B-F6D8-0978-A802-9BA15D214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562" y="1104900"/>
            <a:ext cx="8524875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7663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7A197-FFE1-C8A9-C692-8A34DBCF1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F98771-8E9E-F862-D57F-6AF526222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325" y="1047750"/>
            <a:ext cx="851535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4806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17DB8-A9A3-89AC-7391-8D21E32D5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9D6551-1C73-B4CB-180A-17C9E62DA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612" y="1133475"/>
            <a:ext cx="8486775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483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4A8CB-7A5B-9C66-5D72-C480BC0D0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868ED5-F69A-68AC-44DD-0AE6020B5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75" y="1109662"/>
            <a:ext cx="8477250" cy="46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0893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9444A-ECD7-EAC9-FCD0-9E6421B10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BC8CB5-5D2C-D9FE-7B00-FD2424A4D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087" y="1114425"/>
            <a:ext cx="8505825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2108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FAE0E-6C8D-142B-EE62-BC9ECE8D2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AF4003-B8D6-6040-279A-6FDA42078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0" y="1104900"/>
            <a:ext cx="86106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4390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F3B66-A1DA-5600-43E0-E522D606D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C662AD-C2CF-09B8-BA21-AF8F2336A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137" y="1109662"/>
            <a:ext cx="8467725" cy="46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2523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E2D3E-153A-DEEB-7719-41EB1AB1E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25A454-972A-ADB3-CF25-072C9AF56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037" y="1033231"/>
            <a:ext cx="854392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9812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21364" y="2562078"/>
            <a:ext cx="10749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Arial" pitchFamily="34" charset="0"/>
                <a:cs typeface="Arial" pitchFamily="34" charset="0"/>
              </a:rPr>
              <a:t>Thank you very much for listening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.</a:t>
            </a:r>
            <a:endParaRPr lang="en-US" sz="32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378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1971</TotalTime>
  <Words>34</Words>
  <Application>Microsoft Office PowerPoint</Application>
  <PresentationFormat>Widescreen</PresentationFormat>
  <Paragraphs>9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Wael Elmedany</dc:creator>
  <cp:lastModifiedBy>Renato Maaliw III</cp:lastModifiedBy>
  <cp:revision>402</cp:revision>
  <dcterms:created xsi:type="dcterms:W3CDTF">2018-09-30T06:22:05Z</dcterms:created>
  <dcterms:modified xsi:type="dcterms:W3CDTF">2026-08-04T01:57:14Z</dcterms:modified>
</cp:coreProperties>
</file>