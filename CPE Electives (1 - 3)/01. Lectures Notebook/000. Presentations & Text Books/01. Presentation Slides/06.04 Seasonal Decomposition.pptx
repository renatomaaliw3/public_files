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58" r:id="rId2"/>
    <p:sldId id="315" r:id="rId3"/>
    <p:sldId id="354" r:id="rId4"/>
    <p:sldId id="355" r:id="rId5"/>
    <p:sldId id="356" r:id="rId6"/>
    <p:sldId id="357" r:id="rId7"/>
    <p:sldId id="358" r:id="rId8"/>
    <p:sldId id="359" r:id="rId9"/>
    <p:sldId id="346" r:id="rId10"/>
    <p:sldId id="360" r:id="rId11"/>
    <p:sldId id="331" r:id="rId12"/>
    <p:sldId id="361" r:id="rId13"/>
    <p:sldId id="3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2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30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6AA5-EB8D-18C8-BCC9-A9D33C64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B56FF-60D3-64CA-52EF-AAC9ED676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B597B-1F87-99D7-3AC5-38D24A433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5A700-F664-0CE8-4F90-1BDB8B4A5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3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B6DB-AF60-0F31-6908-4A8487DA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146FB-66AE-7D59-4085-0E5821A1D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3E076-63E5-70E9-7F58-03CD59CEF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1E2C1-6D01-D34B-79E3-4F0739550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5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4B4C-8D21-A567-0CFA-ED2FB5ED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4B05F-B48E-DA7F-6B03-4A3F0CDAD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43E32-CF3C-29EB-4D5D-21E90647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01BB6-24B3-2875-6626-7938A114D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2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3514-88C8-B763-D998-363A2329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6DA78-B147-A605-22EE-DA7B86570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7AE05-2963-3052-229B-AEDE7AC3E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70F64-350C-105F-94E0-7E41324FE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28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DE1A-7632-B053-5FB0-68A454C2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5116-2B9E-783C-423C-E5DF1357D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863D0-D3CA-6243-B73B-B1D4BF43E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2EE-C416-3F64-2AB2-F6E5281C0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08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819A-9D7E-3E32-3383-BF7516A9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5A960-8E4F-B434-40C2-D5CB482F4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2FB7D-9ACF-A90F-8577-212FA6257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6F5A3-741D-4950-8880-C63144BCC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8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4AD2-A367-FCDC-253B-2A5C4C58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6C118-A7A8-C748-04AF-9D17480F1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37E5-0348-8378-BB07-225272B29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DADF7-0E3C-5488-CDFD-FEABA55BB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5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E07-A799-163A-631B-B9A0A4D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3F58-AADE-7AC0-A2FE-EBCB20C7A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C1A55-4169-E3D5-FF74-17940E0C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A43D-D378-A926-D0DD-C0FE32B2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7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FC0F-A496-55B9-16D7-0216A135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A52DD-BF54-6F34-6BF7-2D8D66205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6D799-0037-FB76-FE01-08F8AE33C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4A409-9184-0D4E-37A6-1118E9498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754-AE1D-97CE-BD7A-0FD5B946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8DC3C-8505-C679-8E56-3C740BC06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37CE2-A2CF-DF10-5DD2-91761179E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5952-BDE9-C62F-504D-E86E39C62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34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82D1-5F05-FCE6-93A1-8704BB3A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8074-BC41-47BE-A208-90F24E528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2FC87-95DC-2AE7-F605-38ECDCD8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51D7-0432-DF7E-2430-7FAAAE9A7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3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SEASONAL DECOMPOSITION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SEASONAL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58A8-FDC0-6E10-1798-294C939F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5270C2-AC7A-6083-D3C9-89E436937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904875"/>
            <a:ext cx="93154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3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F149-1C57-0636-71E6-2DC058E8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3629E-B49B-F150-4358-D3DA821F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904875"/>
            <a:ext cx="93345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4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391C-91E1-DA5E-325D-9FDD45B4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3C8EB-7EEC-C754-BA1E-B47028CA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12" y="985837"/>
            <a:ext cx="93249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1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BF42-99FF-BF91-EA01-C545E95B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EBC20-9519-CFAE-F837-989777694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995362"/>
            <a:ext cx="93440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7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AE4E-67BA-5EE9-0EE3-5AF5A564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3DA58-CEF9-9CC0-95BB-B51AAF24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914400"/>
            <a:ext cx="93821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3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54CC-6B1D-9DCB-6BA4-5136F4C4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D3819-94B6-7991-5415-A6A4EDFD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462" y="820860"/>
            <a:ext cx="93630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3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09DC-29CA-A214-119C-217D6F83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6F31F-6E38-9838-2775-37C33E90EFB1}"/>
              </a:ext>
            </a:extLst>
          </p:cNvPr>
          <p:cNvSpPr txBox="1"/>
          <p:nvPr/>
        </p:nvSpPr>
        <p:spPr>
          <a:xfrm>
            <a:off x="467556" y="2598003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[CODE DEMO]</a:t>
            </a:r>
          </a:p>
        </p:txBody>
      </p:sp>
    </p:spTree>
    <p:extLst>
      <p:ext uri="{BB962C8B-B14F-4D97-AF65-F5344CB8AC3E}">
        <p14:creationId xmlns:p14="http://schemas.microsoft.com/office/powerpoint/2010/main" val="153460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A58A-F216-D3EF-1E0C-3450732A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49AEC-854C-BBBB-0C4B-5B53B216E0D0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is the main purpose of applying a seasonal decomposition to a time series before modeling?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8540-1453-0C17-3D4F-3566E348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56377"/>
              </p:ext>
            </p:extLst>
          </p:nvPr>
        </p:nvGraphicFramePr>
        <p:xfrm>
          <a:off x="932463" y="2042666"/>
          <a:ext cx="10135464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reduce the dimensionality of the dataset for principal component analysis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separate the series into trend, seasonal, and residual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remove autocorrelation completely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non-stationary data into strictly white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16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214A-2630-C88A-FA5C-C4863D18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0A355-97C9-7327-9455-01B8D96BCEA9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is the main purpose of applying a seasonal decomposition to a time series before modeling?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9A1A06-FC41-46D5-7EA2-EF89BFB89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64062"/>
              </p:ext>
            </p:extLst>
          </p:nvPr>
        </p:nvGraphicFramePr>
        <p:xfrm>
          <a:off x="932463" y="2042666"/>
          <a:ext cx="10135464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reduce the dimensionality of the dataset for principal component analysis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separate the series into trend, seasonal, and residual components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remove autocorrelation completely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non-stationary data into strictly white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11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7F9-D509-5FAF-774E-ED62BF19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40125-2AB0-B4F1-34CA-1760A27B8311}"/>
              </a:ext>
            </a:extLst>
          </p:cNvPr>
          <p:cNvSpPr txBox="1"/>
          <p:nvPr/>
        </p:nvSpPr>
        <p:spPr>
          <a:xfrm>
            <a:off x="858915" y="1031993"/>
            <a:ext cx="1028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02. When deciding between an additive versus a multiplicative seasonal model, which rule of thumb is most appropriate?</a:t>
            </a:r>
            <a:endParaRPr lang="en-PH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10DAC-C0A8-83BC-AC2C-0D0B63FE1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890404"/>
              </p:ext>
            </p:extLst>
          </p:nvPr>
        </p:nvGraphicFramePr>
        <p:xfrm>
          <a:off x="970501" y="2823901"/>
          <a:ext cx="10135464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Always use multiplicative when data are in percentages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439826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Use additive if the seasonal pattern length is &lt;= 12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Choose additive if the amplitude of seasonal swings stays roughly constant over 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Pick the form that gives a higher R-squared in a linear regressions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1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3451-559A-A951-1D7D-1009E8D3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F5129-257A-F5BD-BBBA-A516ED784E3E}"/>
              </a:ext>
            </a:extLst>
          </p:cNvPr>
          <p:cNvSpPr txBox="1"/>
          <p:nvPr/>
        </p:nvSpPr>
        <p:spPr>
          <a:xfrm>
            <a:off x="858915" y="1031993"/>
            <a:ext cx="1028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02. When deciding between an additive versus a multiplicative seasonal model, which rule of thumb is most appropriate?</a:t>
            </a:r>
            <a:endParaRPr lang="en-PH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3218EA-219A-4FEB-8464-C1B5221BF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46915"/>
              </p:ext>
            </p:extLst>
          </p:nvPr>
        </p:nvGraphicFramePr>
        <p:xfrm>
          <a:off x="970501" y="2823901"/>
          <a:ext cx="10135464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Always use multiplicative when data are in percentages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439826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Use additive if the seasonal pattern length is &lt;= 12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Choose additive if the amplitude of seasonal swings stays roughly constant over time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Pick the form that gives a higher R-squared in a linear regressions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1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1378</TotalTime>
  <Words>314</Words>
  <Application>Microsoft Office PowerPoint</Application>
  <PresentationFormat>Widescreen</PresentationFormat>
  <Paragraphs>39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285</cp:revision>
  <dcterms:created xsi:type="dcterms:W3CDTF">2018-09-30T06:22:05Z</dcterms:created>
  <dcterms:modified xsi:type="dcterms:W3CDTF">2026-01-30T02:08:33Z</dcterms:modified>
</cp:coreProperties>
</file>